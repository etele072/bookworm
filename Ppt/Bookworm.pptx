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9" r:id="rId4"/>
    <p:sldId id="260" r:id="rId5"/>
    <p:sldId id="261" r:id="rId6"/>
    <p:sldId id="265" r:id="rId7"/>
    <p:sldId id="262" r:id="rId8"/>
    <p:sldId id="258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088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23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66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15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9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648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89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5994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884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0291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6932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4981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529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1343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5561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576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6B6FF-609A-4AFD-B0CD-E804F35292D6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89101F-4BC0-437D-A12E-2B9CB2D5B0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149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872827" y="2323558"/>
            <a:ext cx="7766936" cy="1646302"/>
          </a:xfrm>
        </p:spPr>
        <p:txBody>
          <a:bodyPr/>
          <a:lstStyle/>
          <a:p>
            <a:r>
              <a:rPr lang="hu-HU" sz="11500" dirty="0" smtClean="0"/>
              <a:t>Bookworm</a:t>
            </a:r>
            <a:endParaRPr lang="hu-HU" sz="115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72827" y="3510506"/>
            <a:ext cx="7766936" cy="1096899"/>
          </a:xfrm>
        </p:spPr>
        <p:txBody>
          <a:bodyPr>
            <a:normAutofit/>
          </a:bodyPr>
          <a:lstStyle/>
          <a:p>
            <a:r>
              <a:rPr lang="hu-HU" sz="2800" dirty="0" smtClean="0"/>
              <a:t>Mayer Ádám &amp; Tedás Etele</a:t>
            </a:r>
            <a:endParaRPr lang="hu-HU" sz="28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81" y="2268523"/>
            <a:ext cx="1756371" cy="17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97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/>
          <p:cNvSpPr txBox="1"/>
          <p:nvPr/>
        </p:nvSpPr>
        <p:spPr>
          <a:xfrm>
            <a:off x="1920240" y="2019993"/>
            <a:ext cx="69494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smtClean="0"/>
              <a:t>A weboldal egy online könyvkölcsönző ami a Covid idején szárnyalt fel és azóta is sikeresen fut.</a:t>
            </a: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110997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1828800" y="1188720"/>
            <a:ext cx="69494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smtClean="0"/>
              <a:t>A weboldalon megtudod nézni a könyveket egyesével, rövid leírásukat, szerzőjüket, kiadási évet és borítójukat.</a:t>
            </a:r>
          </a:p>
          <a:p>
            <a:endParaRPr lang="hu-HU" sz="3600" dirty="0" smtClean="0"/>
          </a:p>
          <a:p>
            <a:r>
              <a:rPr lang="hu-HU" sz="3600" dirty="0" smtClean="0"/>
              <a:t>A könyveket betudod rakni a kosárba ahol ezután megtudod őket vásárolni.</a:t>
            </a:r>
          </a:p>
        </p:txBody>
      </p:sp>
    </p:spTree>
    <p:extLst>
      <p:ext uri="{BB962C8B-B14F-4D97-AF65-F5344CB8AC3E}">
        <p14:creationId xmlns:p14="http://schemas.microsoft.com/office/powerpoint/2010/main" val="193878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1645920" y="606829"/>
            <a:ext cx="69494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smtClean="0"/>
              <a:t>Ezen kívül az oldal tartalmaz egy darkmode opciót, ha esetleg szükség lehet rá.</a:t>
            </a:r>
          </a:p>
          <a:p>
            <a:endParaRPr lang="hu-HU" sz="3200" dirty="0" smtClean="0"/>
          </a:p>
          <a:p>
            <a:r>
              <a:rPr lang="hu-HU" sz="3200" dirty="0" smtClean="0"/>
              <a:t>A fő oldalon látni lehet a jelenlegi dátumot.</a:t>
            </a:r>
          </a:p>
          <a:p>
            <a:r>
              <a:rPr lang="hu-HU" sz="3200" dirty="0" smtClean="0"/>
              <a:t/>
            </a:r>
            <a:br>
              <a:rPr lang="hu-HU" sz="3200" dirty="0" smtClean="0"/>
            </a:br>
            <a:r>
              <a:rPr lang="hu-HU" sz="3200" dirty="0" smtClean="0"/>
              <a:t>Illetve a „Rólunk” fülön látni a fejlesztőkről pár információt mint például a jelenlegi életkorukat.</a:t>
            </a:r>
          </a:p>
        </p:txBody>
      </p:sp>
    </p:spTree>
    <p:extLst>
      <p:ext uri="{BB962C8B-B14F-4D97-AF65-F5344CB8AC3E}">
        <p14:creationId xmlns:p14="http://schemas.microsoft.com/office/powerpoint/2010/main" val="221476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1629294" y="440575"/>
            <a:ext cx="69494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smtClean="0"/>
              <a:t>Az oldal fő színei a bézs és a zöld, amivel a logón lévő Bookworm kukacra utal.</a:t>
            </a:r>
          </a:p>
          <a:p>
            <a:r>
              <a:rPr lang="hu-HU" sz="2400" dirty="0" smtClean="0"/>
              <a:t/>
            </a:r>
            <a:br>
              <a:rPr lang="hu-HU" sz="2400" dirty="0" smtClean="0"/>
            </a:br>
            <a:r>
              <a:rPr lang="hu-HU" sz="2400" dirty="0" smtClean="0"/>
              <a:t>Minden könyvnek saját egyedi borítója és leírása van, ezeket érdemes lehet megtekinteni.</a:t>
            </a:r>
          </a:p>
          <a:p>
            <a:endParaRPr lang="hu-HU" sz="2400" dirty="0" smtClean="0"/>
          </a:p>
          <a:p>
            <a:r>
              <a:rPr lang="hu-HU" sz="2400" dirty="0" smtClean="0"/>
              <a:t>A felhasználó egy letisztult dizájnt és könnyen kezelhető oldalt kap.</a:t>
            </a:r>
          </a:p>
          <a:p>
            <a:endParaRPr lang="hu-HU" sz="2400" dirty="0" smtClean="0"/>
          </a:p>
          <a:p>
            <a:r>
              <a:rPr lang="hu-HU" sz="2400" dirty="0" smtClean="0"/>
              <a:t>A navigációs gombok színe változik mikor az kurzort rájuk húzzuk.</a:t>
            </a:r>
          </a:p>
          <a:p>
            <a:endParaRPr lang="hu-HU" sz="2400" dirty="0" smtClean="0"/>
          </a:p>
          <a:p>
            <a:r>
              <a:rPr lang="hu-HU" sz="2400" dirty="0" smtClean="0"/>
              <a:t>A darkmode-</a:t>
            </a:r>
            <a:r>
              <a:rPr lang="hu-HU" sz="2400" dirty="0" err="1" smtClean="0"/>
              <a:t>ra</a:t>
            </a:r>
            <a:r>
              <a:rPr lang="hu-HU" sz="2400" dirty="0" smtClean="0"/>
              <a:t> váltáskor az oldal egy egyszerű átmenettel színt vált, az olvasó számára kedvező módra.</a:t>
            </a:r>
          </a:p>
        </p:txBody>
      </p:sp>
    </p:spTree>
    <p:extLst>
      <p:ext uri="{BB962C8B-B14F-4D97-AF65-F5344CB8AC3E}">
        <p14:creationId xmlns:p14="http://schemas.microsoft.com/office/powerpoint/2010/main" val="274683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/>
          <p:cNvSpPr/>
          <p:nvPr/>
        </p:nvSpPr>
        <p:spPr>
          <a:xfrm>
            <a:off x="695830" y="1311892"/>
            <a:ext cx="690259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b="1" dirty="0"/>
              <a:t>Frontend</a:t>
            </a:r>
            <a:r>
              <a:rPr lang="hu-HU" altLang="hu-HU" sz="2800" dirty="0"/>
              <a:t>: React.js, </a:t>
            </a:r>
            <a:r>
              <a:rPr lang="hu-HU" altLang="hu-HU" sz="2800" dirty="0" err="1"/>
              <a:t>React-Bootstrap</a:t>
            </a:r>
            <a:r>
              <a:rPr lang="hu-HU" altLang="hu-HU" sz="2800" dirty="0"/>
              <a:t> </a:t>
            </a:r>
            <a:endParaRPr lang="en-US" altLang="hu-HU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b="1" dirty="0"/>
              <a:t>Backend</a:t>
            </a:r>
            <a:r>
              <a:rPr lang="hu-HU" altLang="hu-HU" sz="2800" dirty="0"/>
              <a:t>: Node.js, Express </a:t>
            </a:r>
            <a:endParaRPr lang="en-US" altLang="hu-HU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b="1" dirty="0"/>
              <a:t>Adatbázis</a:t>
            </a:r>
            <a:r>
              <a:rPr lang="hu-HU" altLang="hu-HU" sz="2800" dirty="0"/>
              <a:t>: </a:t>
            </a:r>
            <a:r>
              <a:rPr lang="hu-HU" altLang="hu-HU" sz="2800" dirty="0" err="1"/>
              <a:t>MySQL</a:t>
            </a:r>
            <a:r>
              <a:rPr lang="hu-HU" altLang="hu-HU" sz="2800" dirty="0"/>
              <a:t> </a:t>
            </a:r>
            <a:endParaRPr lang="en-US" altLang="hu-HU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b="1" dirty="0"/>
              <a:t>Biztonság</a:t>
            </a:r>
            <a:r>
              <a:rPr lang="hu-HU" altLang="hu-HU" sz="2800" dirty="0"/>
              <a:t>: JWT (</a:t>
            </a:r>
            <a:r>
              <a:rPr lang="hu-HU" altLang="hu-HU" sz="2800" dirty="0" err="1"/>
              <a:t>Token</a:t>
            </a:r>
            <a:r>
              <a:rPr lang="hu-HU" altLang="hu-HU" sz="2800" dirty="0"/>
              <a:t> alapú hitelesítés) és Argon2 (Jelszó titkosítás).</a:t>
            </a:r>
          </a:p>
        </p:txBody>
      </p:sp>
    </p:spTree>
    <p:extLst>
      <p:ext uri="{BB962C8B-B14F-4D97-AF65-F5344CB8AC3E}">
        <p14:creationId xmlns:p14="http://schemas.microsoft.com/office/powerpoint/2010/main" val="74148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98" y="1643588"/>
            <a:ext cx="8554644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4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31767" y="2534530"/>
            <a:ext cx="8944494" cy="956815"/>
          </a:xfrm>
        </p:spPr>
        <p:txBody>
          <a:bodyPr/>
          <a:lstStyle/>
          <a:p>
            <a:r>
              <a:rPr lang="hu-HU" sz="6600" dirty="0" smtClean="0"/>
              <a:t>Köszönjük a figyelmet!</a:t>
            </a:r>
            <a:endParaRPr lang="hu-HU" sz="66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890" y="3423992"/>
            <a:ext cx="1756371" cy="17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21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zetta">
  <a:themeElements>
    <a:clrScheme name="Fazet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126</Words>
  <Application>Microsoft Office PowerPoint</Application>
  <PresentationFormat>Szélesvásznú</PresentationFormat>
  <Paragraphs>23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Fazetta</vt:lpstr>
      <vt:lpstr>Bookworm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Bookworm</dc:title>
  <dc:creator>Adam</dc:creator>
  <cp:lastModifiedBy>Etele</cp:lastModifiedBy>
  <cp:revision>6</cp:revision>
  <dcterms:created xsi:type="dcterms:W3CDTF">2026-03-03T17:23:19Z</dcterms:created>
  <dcterms:modified xsi:type="dcterms:W3CDTF">2026-03-03T21:19:14Z</dcterms:modified>
</cp:coreProperties>
</file>